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8" r:id="rId8"/>
    <p:sldId id="266" r:id="rId9"/>
    <p:sldId id="264" r:id="rId10"/>
    <p:sldId id="269" r:id="rId11"/>
    <p:sldId id="267" r:id="rId12"/>
    <p:sldId id="263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8378AE-35D8-6947-DA48-D43715D13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3478B37-F40A-EA65-259E-4FFBA437C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E4EAB7C-1D36-6710-80C9-4688993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5D017D-8E1F-B5A8-C27F-C228DDE0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99BC000-485E-F3B5-F829-AC95AF2E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712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705427-8BC5-8826-0322-47E5EA0D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56B735-0809-D34D-596C-316409858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7CE609B-37D9-FFB0-0F93-C568CEA2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9076BE-D9C3-5722-EC08-2FFA8528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6F799C-2969-16F6-F7F8-55C482B7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022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72DEBF-7A54-5F89-EBBF-C203F24A8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60E7CEE-6796-0CF5-3F73-2804A67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D248281-586B-C7A4-44BA-0507ACBC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4A4EB3-505E-CC97-28A5-C5239EE9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786801E-8748-1FCA-38B4-DA3D4A94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09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1CAE5D-5B0E-1CF0-D6E8-E960BABC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9D12E6-118A-950F-2834-4075051B9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F83BA9B-2A54-5B38-8166-F23C2558A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3355674-BA8D-2CDA-E2A9-2E0D7CC8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E8604E0-9EEC-4364-36F5-5712E9CF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30F5549-8F39-9F35-CEA7-32212EEA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7220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DC0A57-E02E-A8A7-0123-421B1EE85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BCDB68C-9C74-E0D7-FEB5-22535D7AF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0FB19E2-2EBD-70CE-DC28-B069B6ACD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A78414B-B1D5-E44B-43FC-BD205E666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3B42528-C410-3765-2BC3-04558DA08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BB67DA2-2832-4EFB-3482-6E33FB9B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C1DD40C-9A83-B4A6-7643-A262A6398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6C6FE49-8596-907B-6D54-2713048E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465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529ACC-89B7-1119-B76D-29220197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F985891-AB65-D79F-5EB0-7BDB60384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99A41DA-3D55-21D7-E700-B62E0C78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ABBF88E-08CE-28D4-7171-DCBE286E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246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159DD27-D146-404F-74C0-20F6EC8B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9BCD0CB-DA04-F433-23CB-6883FD87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9033B77-ABB6-9E90-4C75-9392F8EF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95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37B79B-79C1-F460-6C9D-497E8AB7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3E33B3-8826-6000-8DDB-E869BB979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4D0BF33-8750-6FFF-2FE4-4FD026415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8F15110-4A44-204A-9522-7DD6676B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E5EAC66-4ABA-4BF6-1E97-031ED3EB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0E83295-C3B2-E579-437C-CDB3FABD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531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2674C3-93D5-81BF-9E2F-46672474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36C7679-8F40-43CA-2F67-270BDDCF8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DF5FFD3-BED2-AB13-F775-AB623BE0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B585E1B-3ADD-E071-D762-4C9CDA4E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1D2BD70-DC59-6F1F-FD51-9614CB3F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2ECB5B0-190B-55B5-465A-4FA40396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144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3BA833-B20F-35BA-10F4-BC631325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C746A6-6318-7C95-3F76-431EB4C1A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C5577A4-8F0B-8025-A63E-16598A15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C2026DC-D79C-D82E-4EA7-FDF70DB26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E49E2B9-89BA-E02B-CDFC-C7F4620D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622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3F9E659-ABC2-F0AA-60F3-28F4D9B1A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0656CD2-1B86-C28A-C110-94B914849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AE5688-AF97-42A8-F5A0-6D05DC6E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97CC5D9-8222-0FC5-ECAC-1F60DC75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A8456A-BBD2-21D0-2075-C1B70A3D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592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C4DE23-2DAC-832F-1FC6-8935D887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D39CB96-2E16-7263-08F8-643C9C632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CE7E35-777C-C4FC-A0CC-B786EEE57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994E5-E8B5-4078-B5D0-406A6B42B036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CFE765-137F-9985-4037-6F85707CA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32B6531-C34B-C3EA-80F9-660B840C6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DA83B-2AAC-47AB-9EE1-34CCD7108E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794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gov.cz/datov&#233;-sad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F88A1-3EEC-EF14-84E7-F04760A97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cs-CZ" b="1" dirty="0"/>
              <a:t>Korelace výsledků krajských voleb 2020 s věkem obyvatel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7C09020-D59F-10CA-1168-549DBF099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89457" y="6266328"/>
            <a:ext cx="2223247" cy="443753"/>
          </a:xfrm>
        </p:spPr>
        <p:txBody>
          <a:bodyPr/>
          <a:lstStyle/>
          <a:p>
            <a:r>
              <a:rPr lang="cs-CZ" dirty="0"/>
              <a:t>Zdeněk Vavřička</a:t>
            </a:r>
          </a:p>
        </p:txBody>
      </p:sp>
    </p:spTree>
    <p:extLst>
      <p:ext uri="{BB962C8B-B14F-4D97-AF65-F5344CB8AC3E}">
        <p14:creationId xmlns:p14="http://schemas.microsoft.com/office/powerpoint/2010/main" val="2440278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F02E83-9C4A-B335-9090-8D118E7D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 práce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F87953-8043-BABA-2B9B-8C920C57E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Ověřit správnost zpracování dat podle oficiálních výsledků voleb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Zjistit zdali existuje vztah mezi volebními výsledky stran a věkovými skupinami  obyvatel.</a:t>
            </a:r>
          </a:p>
        </p:txBody>
      </p:sp>
    </p:spTree>
    <p:extLst>
      <p:ext uri="{BB962C8B-B14F-4D97-AF65-F5344CB8AC3E}">
        <p14:creationId xmlns:p14="http://schemas.microsoft.com/office/powerpoint/2010/main" val="426960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2638E6-7295-FCAA-A4A6-A78A87A9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Datové sady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DC5686-E70F-47CA-E8C3-4A5DC09C9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Zdroj dat:  </a:t>
            </a:r>
            <a:r>
              <a:rPr lang="cs-CZ" dirty="0">
                <a:hlinkClick r:id="rId2"/>
              </a:rPr>
              <a:t>katalog Otevřených dat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Vybrané datové sady</a:t>
            </a:r>
            <a:r>
              <a:rPr lang="en-US" dirty="0"/>
              <a:t> / </a:t>
            </a:r>
            <a:r>
              <a:rPr lang="en-US" dirty="0" err="1"/>
              <a:t>Tabulky</a:t>
            </a:r>
            <a:r>
              <a:rPr lang="cs-CZ" dirty="0"/>
              <a:t>: </a:t>
            </a:r>
          </a:p>
          <a:p>
            <a:pPr lvl="1"/>
            <a:r>
              <a:rPr lang="cs-CZ" dirty="0"/>
              <a:t>Volby do zastupitelstev krajů 2020 - okrsková data</a:t>
            </a:r>
          </a:p>
          <a:p>
            <a:pPr lvl="1"/>
            <a:r>
              <a:rPr lang="cs-CZ" dirty="0"/>
              <a:t>Volby do zastupitelstev krajů 2020 – číselníky</a:t>
            </a:r>
          </a:p>
          <a:p>
            <a:pPr lvl="1"/>
            <a:r>
              <a:rPr lang="pl-PL" dirty="0"/>
              <a:t>Volby do zastupitelstev krajů 2020 – registry</a:t>
            </a:r>
          </a:p>
          <a:p>
            <a:pPr lvl="1"/>
            <a:r>
              <a:rPr lang="cs-CZ" dirty="0"/>
              <a:t>Sčítání 2021 - Obyvatelstvo podle desetiletých věkových skupin a pohlaví</a:t>
            </a:r>
          </a:p>
          <a:p>
            <a:pPr lvl="1"/>
            <a:r>
              <a:rPr lang="cs-CZ" dirty="0"/>
              <a:t>Číselník ČSÚ: Správní obvody obcí s rozšířenou působností (kód 65)</a:t>
            </a:r>
          </a:p>
        </p:txBody>
      </p:sp>
    </p:spTree>
    <p:extLst>
      <p:ext uri="{BB962C8B-B14F-4D97-AF65-F5344CB8AC3E}">
        <p14:creationId xmlns:p14="http://schemas.microsoft.com/office/powerpoint/2010/main" val="428476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84E22F-0A2D-DE2D-8516-BDC33EF8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44C51596-1D14-67FF-8E90-805F3C92E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Ukázka části dat o sčítání obyvatelstva</a:t>
            </a:r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FA4C011F-583B-3704-D4E0-B52B1E0A7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03" y="2533356"/>
            <a:ext cx="10515601" cy="405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5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9E9DC5-3CB7-5739-3F22-A8F429E9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Zpracovaná data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3F3AB5CE-16A1-A98C-C1C3-AFBC00EE69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Zpracovaná data o sčítání obyvatelstva</a:t>
            </a: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4AC8E400-A905-1A82-3290-55A55E36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143" y="3181602"/>
            <a:ext cx="2142857" cy="2714286"/>
          </a:xfrm>
          <a:prstGeom prst="rect">
            <a:avLst/>
          </a:prstGeom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1018669A-A069-369F-5648-C4F6C0136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565" y="2765590"/>
            <a:ext cx="7457466" cy="354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3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3BDDA450-E48F-AD14-DFED-A39D2F4B1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"/>
          <a:stretch>
            <a:fillRect/>
          </a:stretch>
        </p:blipFill>
        <p:spPr>
          <a:xfrm>
            <a:off x="3159" y="452486"/>
            <a:ext cx="12188841" cy="6405513"/>
          </a:xfrm>
          <a:solidFill>
            <a:srgbClr val="E6E6E6"/>
          </a:solidFill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4E3AD59-5ECF-D56C-A6D4-56EE82493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798424" cy="1325563"/>
          </a:xfrm>
          <a:noFill/>
        </p:spPr>
        <p:txBody>
          <a:bodyPr/>
          <a:lstStyle/>
          <a:p>
            <a:r>
              <a:rPr lang="cs-CZ" dirty="0"/>
              <a:t>     ERA model</a:t>
            </a:r>
          </a:p>
        </p:txBody>
      </p:sp>
    </p:spTree>
    <p:extLst>
      <p:ext uri="{BB962C8B-B14F-4D97-AF65-F5344CB8AC3E}">
        <p14:creationId xmlns:p14="http://schemas.microsoft.com/office/powerpoint/2010/main" val="3565023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F12B-EB50-B3A7-8D15-C54F89CF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A857F9-F866-E606-EAA7-FE6DF848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Vizualizace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540C832D-18B1-F8AA-2180-938121265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"/>
          <a:stretch>
            <a:fillRect/>
          </a:stretch>
        </p:blipFill>
        <p:spPr>
          <a:xfrm>
            <a:off x="1353672" y="1291402"/>
            <a:ext cx="9174420" cy="5201473"/>
          </a:xfrm>
        </p:spPr>
      </p:pic>
    </p:spTree>
    <p:extLst>
      <p:ext uri="{BB962C8B-B14F-4D97-AF65-F5344CB8AC3E}">
        <p14:creationId xmlns:p14="http://schemas.microsoft.com/office/powerpoint/2010/main" val="174139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DCFDBF-3DB2-CB62-89FF-D243DD8C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Problémy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31BF46-2611-2024-183F-686C8965B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Chybějící data v datové sadě o sčítání obyvatelstva podle 1 letých intervalů roku věku.</a:t>
            </a:r>
          </a:p>
          <a:p>
            <a:endParaRPr lang="cs-CZ" dirty="0"/>
          </a:p>
          <a:p>
            <a:r>
              <a:rPr lang="cs-CZ" dirty="0"/>
              <a:t>Řešení: Zvolena jiná sada dat o sčítání obyvatelstva podle 10 letých intervalů věku.</a:t>
            </a:r>
          </a:p>
          <a:p>
            <a:endParaRPr lang="en-US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5783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CCCDCA-5199-9CC5-11EF-42F9B817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B18FD3-0ECE-BCC9-84A8-74A7ED4B9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744201" cy="4351338"/>
          </a:xfrm>
        </p:spPr>
        <p:txBody>
          <a:bodyPr/>
          <a:lstStyle/>
          <a:p>
            <a:r>
              <a:rPr lang="cs-CZ" dirty="0"/>
              <a:t>Podařilo se nám ověřit správnost zpracování dat jelikož nám vyšly stejné výsledky jako oficiální.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D7A6A7F9-E649-C83E-8FE2-4A348831A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323" y="3018607"/>
            <a:ext cx="6815971" cy="329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6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374B2BB4-594D-B819-3B04-5CAE5B33D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Obdélník 7">
            <a:extLst>
              <a:ext uri="{FF2B5EF4-FFF2-40B4-BE49-F238E27FC236}">
                <a16:creationId xmlns:a16="http://schemas.microsoft.com/office/drawing/2014/main" id="{2A139ACA-2669-FD37-A118-5E5146636EB1}"/>
              </a:ext>
            </a:extLst>
          </p:cNvPr>
          <p:cNvSpPr/>
          <p:nvPr/>
        </p:nvSpPr>
        <p:spPr>
          <a:xfrm>
            <a:off x="4831976" y="1918447"/>
            <a:ext cx="3397624" cy="169432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6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5055B2-1279-66C7-602F-A395FBB0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E9FA958-FE59-C18A-CA6D-C0AA12AB4B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Nepodařilo se zcela ověřit závislost mezi výsledkem voleb a věkovými skupinami obyvatel</a:t>
            </a:r>
          </a:p>
          <a:p>
            <a:endParaRPr lang="cs-CZ" dirty="0"/>
          </a:p>
        </p:txBody>
      </p:sp>
      <p:pic>
        <p:nvPicPr>
          <p:cNvPr id="6" name="Zástupný obsah 7">
            <a:extLst>
              <a:ext uri="{FF2B5EF4-FFF2-40B4-BE49-F238E27FC236}">
                <a16:creationId xmlns:a16="http://schemas.microsoft.com/office/drawing/2014/main" id="{F7143937-87D8-CEAA-7186-F55B6FA965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15886"/>
            <a:ext cx="5181600" cy="4170816"/>
          </a:xfrm>
        </p:spPr>
      </p:pic>
    </p:spTree>
    <p:extLst>
      <p:ext uri="{BB962C8B-B14F-4D97-AF65-F5344CB8AC3E}">
        <p14:creationId xmlns:p14="http://schemas.microsoft.com/office/powerpoint/2010/main" val="397973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747972-A28D-2C79-2F88-4B399F53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0362"/>
            <a:ext cx="10515600" cy="1057275"/>
          </a:xfrm>
        </p:spPr>
        <p:txBody>
          <a:bodyPr/>
          <a:lstStyle/>
          <a:p>
            <a:pPr algn="ctr"/>
            <a:r>
              <a:rPr lang="cs-CZ" dirty="0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32498603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173</Words>
  <Application>Microsoft Office PowerPoint</Application>
  <PresentationFormat>Širokoúhlá obrazovka</PresentationFormat>
  <Paragraphs>31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Motiv Office</vt:lpstr>
      <vt:lpstr>Korelace výsledků krajských voleb 2020 s věkem obyvatel</vt:lpstr>
      <vt:lpstr>Cíl práce</vt:lpstr>
      <vt:lpstr>Datové sady</vt:lpstr>
      <vt:lpstr>Data</vt:lpstr>
      <vt:lpstr>Zpracovaná data</vt:lpstr>
      <vt:lpstr>     ERA model</vt:lpstr>
      <vt:lpstr>Vizualizace</vt:lpstr>
      <vt:lpstr>Problémy</vt:lpstr>
      <vt:lpstr>Závěr</vt:lpstr>
      <vt:lpstr>Prezentace aplikace PowerPoint</vt:lpstr>
      <vt:lpstr>Závěr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Zdeněk Vavřička</dc:creator>
  <cp:lastModifiedBy>Zdeněk Vavřička</cp:lastModifiedBy>
  <cp:revision>15</cp:revision>
  <dcterms:created xsi:type="dcterms:W3CDTF">2025-12-01T17:29:49Z</dcterms:created>
  <dcterms:modified xsi:type="dcterms:W3CDTF">2025-12-01T19:43:52Z</dcterms:modified>
</cp:coreProperties>
</file>